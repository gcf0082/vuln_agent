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vuln-agent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多智能体静态漏洞挖掘工具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25400">
            <a:solidFill>
              <a:srgbClr val="0B5E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737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737360" cy="45720"/>
          </a:xfrm>
          <a:prstGeom prst="rect">
            <a:avLst/>
          </a:prstGeom>
          <a:solidFill>
            <a:srgbClr val="0B5E7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暴露面采集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识别外部可达入口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“只做暴露面识别”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31136" y="1828800"/>
            <a:ext cx="246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1737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828800"/>
            <a:ext cx="1737360" cy="45720"/>
          </a:xfrm>
          <a:prstGeom prst="rect">
            <a:avLst/>
          </a:prstGeom>
          <a:solidFill>
            <a:srgbClr val="0B5E7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业务流分析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追踪参数流向与关键控制点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035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“陈述事实，不下安全结论”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88536" y="1828800"/>
            <a:ext cx="246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1828800"/>
            <a:ext cx="1737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828800"/>
            <a:ext cx="1737360" cy="45720"/>
          </a:xfrm>
          <a:prstGeom prst="rect">
            <a:avLst/>
          </a:prstGeom>
          <a:solidFill>
            <a:srgbClr val="0B5E76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智能匹配规则进行判定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035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“按匹配场景动态加载规则”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5936" y="1828800"/>
            <a:ext cx="246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629400" y="1828800"/>
            <a:ext cx="1737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9400" y="1828800"/>
            <a:ext cx="1737360" cy="45720"/>
          </a:xfrm>
          <a:prstGeom prst="rect">
            <a:avLst/>
          </a:prstGeom>
          <a:solidFill>
            <a:srgbClr val="0B5E7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176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漏洞复核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挑战者姿态验证结论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035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“独立复核漏洞结论”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25880" y="3337560"/>
            <a:ext cx="6172200" cy="0"/>
          </a:xfrm>
          <a:prstGeom prst="line">
            <a:avLst/>
          </a:prstGeom>
          <a:noFill/>
          <a:ln w="19050">
            <a:solidFill>
              <a:srgbClr val="0B5E76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暴露面采集 + 业务流分析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暴露面采集 · 识别外部可达入口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3840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noniface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接口（URL、函数入口、代码行号）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独立脚本工具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 消费者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定时任务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gRPC、WebSocket 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命令入口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“只做暴露面识别，不做深入分析”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入参 host 经 4 层传递直达命令执行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2788920"/>
            <a:ext cx="3840480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8072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PingController.ping(host)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PingService.ping(host)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PingServiceImpl.ping(host)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CommandExecutor.execute(host)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ScriptRunner.run(host)  ← 命令拼接 + Runtime.exec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84632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业务流分析 · 陈述事实不下结论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15568"/>
          <a:ext cx="3840480" cy="914400"/>
        </p:xfrm>
        <a:graphic>
          <a:graphicData uri="http://schemas.openxmlformats.org/drawingml/2006/table">
            <a:tbl>
              <a:tblPr/>
              <a:tblGrid>
                <a:gridCol w="883310"/>
                <a:gridCol w="295717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详情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7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/ping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host (default: 8.8.8.8, 无校验)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关键控制点 · 命令注入风险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846320" y="2651760"/>
            <a:ext cx="3840480" cy="100584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0" y="2697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ScriptRunner.java:17–18</a:t>
            </a:r>
            <a:endParaRPr lang="en-US" sz="700" dirty="0"/>
          </a:p>
          <a:p>
            <a:pPr indent="0" marL="0">
              <a:buNone/>
            </a:pPr>
            <a:r>
              <a:rPr lang="en-US" sz="8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cmd = scriptPath + " " + host;</a:t>
            </a:r>
            <a:endParaRPr lang="en-US" sz="700" dirty="0"/>
          </a:p>
          <a:p>
            <a:pPr indent="0" marL="0">
              <a:buNone/>
            </a:pPr>
            <a:r>
              <a:rPr lang="en-US" sz="8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Runtime.getRuntime().exec(new String[]{"/bin/sh","-c",cmd});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ping.sh:2 - $1 未加引号，存在单词拆分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产出物：请求表 + 调用链 + 关键控制点 + 入参流向 + 流程图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 + 漏洞复核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 · LLM 智能匹配规则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按匹配场景动态加载规则，无论结果如何均需给出详细分析过程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051560" cy="5486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分析结果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1417320"/>
            <a:ext cx="1051560" cy="548640"/>
          </a:xfrm>
          <a:prstGeom prst="rect">
            <a:avLst/>
          </a:prstGeom>
          <a:solidFill>
            <a:srgbClr val="0B5E7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417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索引文件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4173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1417320"/>
            <a:ext cx="1051560" cy="548640"/>
          </a:xfrm>
          <a:prstGeom prst="rect">
            <a:avLst/>
          </a:prstGeom>
          <a:solidFill>
            <a:srgbClr val="0B7A6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417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智能匹配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43300" y="1965960"/>
            <a:ext cx="0" cy="228600"/>
          </a:xfrm>
          <a:prstGeom prst="line">
            <a:avLst/>
          </a:prstGeom>
          <a:noFill/>
          <a:ln w="12700">
            <a:solidFill>
              <a:srgbClr val="0B5E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0612" y="2194560"/>
            <a:ext cx="1865376" cy="0"/>
          </a:xfrm>
          <a:prstGeom prst="line">
            <a:avLst/>
          </a:prstGeom>
          <a:noFill/>
          <a:ln w="12700">
            <a:solidFill>
              <a:srgbClr val="0B5E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0612" y="2194560"/>
            <a:ext cx="0" cy="91440"/>
          </a:xfrm>
          <a:prstGeom prst="line">
            <a:avLst/>
          </a:prstGeom>
          <a:noFill/>
          <a:ln w="12700">
            <a:solidFill>
              <a:srgbClr val="0B5E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9132" y="2286000"/>
            <a:ext cx="82296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2199132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注入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543300" y="2194560"/>
            <a:ext cx="0" cy="91440"/>
          </a:xfrm>
          <a:prstGeom prst="line">
            <a:avLst/>
          </a:prstGeom>
          <a:noFill/>
          <a:ln w="12700">
            <a:solidFill>
              <a:srgbClr val="0B5E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1820" y="2286000"/>
            <a:ext cx="82296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313182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路径穿越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475988" y="2194560"/>
            <a:ext cx="0" cy="91440"/>
          </a:xfrm>
          <a:prstGeom prst="line">
            <a:avLst/>
          </a:prstGeom>
          <a:noFill/>
          <a:ln w="12700">
            <a:solidFill>
              <a:srgbClr val="0B5E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4508" y="2286000"/>
            <a:ext cx="822960" cy="36576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24" name="Text 22"/>
          <p:cNvSpPr/>
          <p:nvPr/>
        </p:nvSpPr>
        <p:spPr>
          <a:xfrm>
            <a:off x="4064508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命令注入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回到代码逐项比对 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68680" cy="274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有漏洞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08760" y="2971800"/>
            <a:ext cx="868680" cy="27432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9" name="Text 27"/>
          <p:cNvSpPr/>
          <p:nvPr/>
        </p:nvSpPr>
        <p:spPr>
          <a:xfrm>
            <a:off x="150876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无漏洞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971800"/>
            <a:ext cx="868680" cy="27432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疑似漏洞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漏洞复核 · 挑战者姿态复核漏洞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234440"/>
            <a:ext cx="868680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2344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漏洞分析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拼入 SQL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715000" y="12344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24728" y="1234440"/>
            <a:ext cx="8686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4728" y="12344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检查参数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的校验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3408" y="12344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03136" y="1234440"/>
            <a:ext cx="86868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12344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@Pattern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^[a-zA-Z0-9]+$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仅限数字字母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671816" y="12344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5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81544" y="1234440"/>
            <a:ext cx="868680" cy="6400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3" name="Text 41"/>
          <p:cNvSpPr/>
          <p:nvPr/>
        </p:nvSpPr>
        <p:spPr>
          <a:xfrm>
            <a:off x="7781544" y="12344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最终结论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漏洞不成立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独立复核漏洞结论，验证利用路径和防护措施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2286000"/>
            <a:ext cx="3840480" cy="155448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331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复核场景示例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漏洞分析判定参数 id 拼入 SQL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“SELECT * FROM users WHERE id = ${id}” 存在 SQL 注入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复核发现：参数有 @Pattern(regexp =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“^[a-zA-Z0-9]+$”) 校验，id 仅限数字字母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结论：漏洞不成立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整体流程：暴露面采集 → 业务流分析 → 漏洞分析 → 漏洞复核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vuln-agent - AI多智能体静态漏洞挖掘工具</dc:title>
  <dc:subject>PptxGenJS Presentation</dc:subject>
  <dc:creator>vuln-agent</dc:creator>
  <cp:lastModifiedBy>vuln-agent</cp:lastModifiedBy>
  <cp:revision>1</cp:revision>
  <dcterms:created xsi:type="dcterms:W3CDTF">2026-06-24T03:06:36Z</dcterms:created>
  <dcterms:modified xsi:type="dcterms:W3CDTF">2026-06-24T03:06:36Z</dcterms:modified>
</cp:coreProperties>
</file>